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8803600" cy="44623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054" userDrawn="1">
          <p15:clr>
            <a:srgbClr val="A4A3A4"/>
          </p15:clr>
        </p15:guide>
        <p15:guide id="2" pos="90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1498" y="-2386"/>
      </p:cViewPr>
      <p:guideLst>
        <p:guide orient="horz" pos="14054"/>
        <p:guide pos="90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270" y="7302894"/>
            <a:ext cx="24483060" cy="15535428"/>
          </a:xfrm>
        </p:spPr>
        <p:txBody>
          <a:bodyPr anchor="b"/>
          <a:lstStyle>
            <a:lvl1pPr algn="ctr">
              <a:defRPr sz="18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450" y="23437428"/>
            <a:ext cx="21602700" cy="10773568"/>
          </a:xfrm>
        </p:spPr>
        <p:txBody>
          <a:bodyPr/>
          <a:lstStyle>
            <a:lvl1pPr marL="0" indent="0" algn="ctr">
              <a:buNone/>
              <a:defRPr sz="7560"/>
            </a:lvl1pPr>
            <a:lvl2pPr marL="1440180" indent="0" algn="ctr">
              <a:buNone/>
              <a:defRPr sz="6300"/>
            </a:lvl2pPr>
            <a:lvl3pPr marL="2880360" indent="0" algn="ctr">
              <a:buNone/>
              <a:defRPr sz="5670"/>
            </a:lvl3pPr>
            <a:lvl4pPr marL="4320540" indent="0" algn="ctr">
              <a:buNone/>
              <a:defRPr sz="5040"/>
            </a:lvl4pPr>
            <a:lvl5pPr marL="5760720" indent="0" algn="ctr">
              <a:buNone/>
              <a:defRPr sz="5040"/>
            </a:lvl5pPr>
            <a:lvl6pPr marL="7200900" indent="0" algn="ctr">
              <a:buNone/>
              <a:defRPr sz="5040"/>
            </a:lvl6pPr>
            <a:lvl7pPr marL="8641080" indent="0" algn="ctr">
              <a:buNone/>
              <a:defRPr sz="5040"/>
            </a:lvl7pPr>
            <a:lvl8pPr marL="10081260" indent="0" algn="ctr">
              <a:buNone/>
              <a:defRPr sz="5040"/>
            </a:lvl8pPr>
            <a:lvl9pPr marL="11521440" indent="0" algn="ctr">
              <a:buNone/>
              <a:defRPr sz="5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247" y="11124784"/>
            <a:ext cx="24843105" cy="18561941"/>
          </a:xfrm>
        </p:spPr>
        <p:txBody>
          <a:bodyPr anchor="b"/>
          <a:lstStyle>
            <a:lvl1pPr>
              <a:defRPr sz="18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247" y="29862329"/>
            <a:ext cx="24843105" cy="9761286"/>
          </a:xfrm>
        </p:spPr>
        <p:txBody>
          <a:bodyPr/>
          <a:lstStyle>
            <a:lvl1pPr marL="0" indent="0">
              <a:buNone/>
              <a:defRPr sz="7560">
                <a:solidFill>
                  <a:schemeClr val="tx1"/>
                </a:solidFill>
              </a:defRPr>
            </a:lvl1pPr>
            <a:lvl2pPr marL="144018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2pPr>
            <a:lvl3pPr marL="288036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3pPr>
            <a:lvl4pPr marL="432054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72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9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108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126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144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248" y="11878818"/>
            <a:ext cx="12241530" cy="28312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1823" y="11878818"/>
            <a:ext cx="12241530" cy="28312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999" y="2375773"/>
            <a:ext cx="24843105" cy="86250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4002" y="10938845"/>
            <a:ext cx="12185271" cy="5360959"/>
          </a:xfrm>
        </p:spPr>
        <p:txBody>
          <a:bodyPr anchor="b"/>
          <a:lstStyle>
            <a:lvl1pPr marL="0" indent="0">
              <a:buNone/>
              <a:defRPr sz="7560" b="1"/>
            </a:lvl1pPr>
            <a:lvl2pPr marL="1440180" indent="0">
              <a:buNone/>
              <a:defRPr sz="6300" b="1"/>
            </a:lvl2pPr>
            <a:lvl3pPr marL="2880360" indent="0">
              <a:buNone/>
              <a:defRPr sz="5670" b="1"/>
            </a:lvl3pPr>
            <a:lvl4pPr marL="4320540" indent="0">
              <a:buNone/>
              <a:defRPr sz="5040" b="1"/>
            </a:lvl4pPr>
            <a:lvl5pPr marL="5760720" indent="0">
              <a:buNone/>
              <a:defRPr sz="5040" b="1"/>
            </a:lvl5pPr>
            <a:lvl6pPr marL="7200900" indent="0">
              <a:buNone/>
              <a:defRPr sz="5040" b="1"/>
            </a:lvl6pPr>
            <a:lvl7pPr marL="8641080" indent="0">
              <a:buNone/>
              <a:defRPr sz="5040" b="1"/>
            </a:lvl7pPr>
            <a:lvl8pPr marL="10081260" indent="0">
              <a:buNone/>
              <a:defRPr sz="5040" b="1"/>
            </a:lvl8pPr>
            <a:lvl9pPr marL="11521440" indent="0">
              <a:buNone/>
              <a:defRPr sz="5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4002" y="16299804"/>
            <a:ext cx="12185271" cy="23974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1824" y="10938845"/>
            <a:ext cx="12245282" cy="5360959"/>
          </a:xfrm>
        </p:spPr>
        <p:txBody>
          <a:bodyPr anchor="b"/>
          <a:lstStyle>
            <a:lvl1pPr marL="0" indent="0">
              <a:buNone/>
              <a:defRPr sz="7560" b="1"/>
            </a:lvl1pPr>
            <a:lvl2pPr marL="1440180" indent="0">
              <a:buNone/>
              <a:defRPr sz="6300" b="1"/>
            </a:lvl2pPr>
            <a:lvl3pPr marL="2880360" indent="0">
              <a:buNone/>
              <a:defRPr sz="5670" b="1"/>
            </a:lvl3pPr>
            <a:lvl4pPr marL="4320540" indent="0">
              <a:buNone/>
              <a:defRPr sz="5040" b="1"/>
            </a:lvl4pPr>
            <a:lvl5pPr marL="5760720" indent="0">
              <a:buNone/>
              <a:defRPr sz="5040" b="1"/>
            </a:lvl5pPr>
            <a:lvl6pPr marL="7200900" indent="0">
              <a:buNone/>
              <a:defRPr sz="5040" b="1"/>
            </a:lvl6pPr>
            <a:lvl7pPr marL="8641080" indent="0">
              <a:buNone/>
              <a:defRPr sz="5040" b="1"/>
            </a:lvl7pPr>
            <a:lvl8pPr marL="10081260" indent="0">
              <a:buNone/>
              <a:defRPr sz="5040" b="1"/>
            </a:lvl8pPr>
            <a:lvl9pPr marL="11521440" indent="0">
              <a:buNone/>
              <a:defRPr sz="5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1824" y="16299804"/>
            <a:ext cx="12245282" cy="23974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999" y="2974869"/>
            <a:ext cx="9289911" cy="10412042"/>
          </a:xfrm>
        </p:spPr>
        <p:txBody>
          <a:bodyPr anchor="b"/>
          <a:lstStyle>
            <a:lvl1pPr>
              <a:defRPr sz="10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5281" y="6424901"/>
            <a:ext cx="14581823" cy="31711279"/>
          </a:xfrm>
        </p:spPr>
        <p:txBody>
          <a:bodyPr/>
          <a:lstStyle>
            <a:lvl1pPr>
              <a:defRPr sz="10080"/>
            </a:lvl1pPr>
            <a:lvl2pPr>
              <a:defRPr sz="8820"/>
            </a:lvl2pPr>
            <a:lvl3pPr>
              <a:defRPr sz="756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999" y="13386912"/>
            <a:ext cx="9289911" cy="24800909"/>
          </a:xfrm>
        </p:spPr>
        <p:txBody>
          <a:bodyPr/>
          <a:lstStyle>
            <a:lvl1pPr marL="0" indent="0">
              <a:buNone/>
              <a:defRPr sz="5040"/>
            </a:lvl1pPr>
            <a:lvl2pPr marL="1440180" indent="0">
              <a:buNone/>
              <a:defRPr sz="4410"/>
            </a:lvl2pPr>
            <a:lvl3pPr marL="2880360" indent="0">
              <a:buNone/>
              <a:defRPr sz="3780"/>
            </a:lvl3pPr>
            <a:lvl4pPr marL="4320540" indent="0">
              <a:buNone/>
              <a:defRPr sz="3150"/>
            </a:lvl4pPr>
            <a:lvl5pPr marL="5760720" indent="0">
              <a:buNone/>
              <a:defRPr sz="3150"/>
            </a:lvl5pPr>
            <a:lvl6pPr marL="7200900" indent="0">
              <a:buNone/>
              <a:defRPr sz="3150"/>
            </a:lvl6pPr>
            <a:lvl7pPr marL="8641080" indent="0">
              <a:buNone/>
              <a:defRPr sz="3150"/>
            </a:lvl7pPr>
            <a:lvl8pPr marL="10081260" indent="0">
              <a:buNone/>
              <a:defRPr sz="3150"/>
            </a:lvl8pPr>
            <a:lvl9pPr marL="11521440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999" y="2974869"/>
            <a:ext cx="9289911" cy="10412042"/>
          </a:xfrm>
        </p:spPr>
        <p:txBody>
          <a:bodyPr anchor="b"/>
          <a:lstStyle>
            <a:lvl1pPr>
              <a:defRPr sz="10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5281" y="6424901"/>
            <a:ext cx="14581823" cy="31711279"/>
          </a:xfrm>
        </p:spPr>
        <p:txBody>
          <a:bodyPr anchor="t"/>
          <a:lstStyle>
            <a:lvl1pPr marL="0" indent="0">
              <a:buNone/>
              <a:defRPr sz="10080"/>
            </a:lvl1pPr>
            <a:lvl2pPr marL="1440180" indent="0">
              <a:buNone/>
              <a:defRPr sz="8820"/>
            </a:lvl2pPr>
            <a:lvl3pPr marL="2880360" indent="0">
              <a:buNone/>
              <a:defRPr sz="7560"/>
            </a:lvl3pPr>
            <a:lvl4pPr marL="4320540" indent="0">
              <a:buNone/>
              <a:defRPr sz="6300"/>
            </a:lvl4pPr>
            <a:lvl5pPr marL="5760720" indent="0">
              <a:buNone/>
              <a:defRPr sz="6300"/>
            </a:lvl5pPr>
            <a:lvl6pPr marL="7200900" indent="0">
              <a:buNone/>
              <a:defRPr sz="6300"/>
            </a:lvl6pPr>
            <a:lvl7pPr marL="8641080" indent="0">
              <a:buNone/>
              <a:defRPr sz="6300"/>
            </a:lvl7pPr>
            <a:lvl8pPr marL="10081260" indent="0">
              <a:buNone/>
              <a:defRPr sz="6300"/>
            </a:lvl8pPr>
            <a:lvl9pPr marL="11521440" indent="0">
              <a:buNone/>
              <a:defRPr sz="6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999" y="13386912"/>
            <a:ext cx="9289911" cy="24800909"/>
          </a:xfrm>
        </p:spPr>
        <p:txBody>
          <a:bodyPr/>
          <a:lstStyle>
            <a:lvl1pPr marL="0" indent="0">
              <a:buNone/>
              <a:defRPr sz="5040"/>
            </a:lvl1pPr>
            <a:lvl2pPr marL="1440180" indent="0">
              <a:buNone/>
              <a:defRPr sz="4410"/>
            </a:lvl2pPr>
            <a:lvl3pPr marL="2880360" indent="0">
              <a:buNone/>
              <a:defRPr sz="3780"/>
            </a:lvl3pPr>
            <a:lvl4pPr marL="4320540" indent="0">
              <a:buNone/>
              <a:defRPr sz="3150"/>
            </a:lvl4pPr>
            <a:lvl5pPr marL="5760720" indent="0">
              <a:buNone/>
              <a:defRPr sz="3150"/>
            </a:lvl5pPr>
            <a:lvl6pPr marL="7200900" indent="0">
              <a:buNone/>
              <a:defRPr sz="3150"/>
            </a:lvl6pPr>
            <a:lvl7pPr marL="8641080" indent="0">
              <a:buNone/>
              <a:defRPr sz="3150"/>
            </a:lvl7pPr>
            <a:lvl8pPr marL="10081260" indent="0">
              <a:buNone/>
              <a:defRPr sz="3150"/>
            </a:lvl8pPr>
            <a:lvl9pPr marL="11521440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2578" y="2375764"/>
            <a:ext cx="6210776" cy="37815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249" y="2375764"/>
            <a:ext cx="18272284" cy="37815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248" y="2375773"/>
            <a:ext cx="24843105" cy="8625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248" y="11878818"/>
            <a:ext cx="24843105" cy="28312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880360" rtl="0" eaLnBrk="1" latinLnBrk="0" hangingPunct="1">
        <a:lnSpc>
          <a:spcPct val="90000"/>
        </a:lnSpc>
        <a:spcBef>
          <a:spcPct val="0"/>
        </a:spcBef>
        <a:buNone/>
        <a:defRPr sz="13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0" indent="-720090" algn="l" defTabSz="2880360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2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-574943" y="6422275"/>
            <a:ext cx="25923875" cy="19685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28803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/>
              <a:t> </a:t>
            </a:r>
            <a:r>
              <a:rPr lang="en-AU" sz="7200" b="1" dirty="0">
                <a:latin typeface="Arial" panose="020B0604020202020204" pitchFamily="34" charset="0"/>
                <a:cs typeface="Arial" panose="020B0604020202020204" pitchFamily="34" charset="0"/>
              </a:rPr>
              <a:t>HỆ THỐNG </a:t>
            </a:r>
            <a:r>
              <a:rPr lang="vi-VN" sz="7200" b="1" dirty="0">
                <a:latin typeface="Arial" panose="020B0604020202020204" pitchFamily="34" charset="0"/>
                <a:cs typeface="Arial" panose="020B0604020202020204" pitchFamily="34" charset="0"/>
              </a:rPr>
              <a:t>TƯỚI CÂY TỰ ĐỘNG CHO CÔNG VIÊN</a:t>
            </a:r>
            <a:endParaRPr lang="en-US" altLang="en-US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73706" y="8808660"/>
            <a:ext cx="19256188" cy="11304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en-US" sz="3600" b="1" i="1" dirty="0">
                <a:sym typeface="+mn-ea"/>
              </a:rPr>
              <a:t>Lê Xuân Dương</a:t>
            </a:r>
            <a:endParaRPr lang="en-US" altLang="en-US" sz="3600" b="1" i="1" dirty="0">
              <a:sym typeface="+mn-ea"/>
            </a:endParaRPr>
          </a:p>
          <a:p>
            <a:pPr algn="ctr"/>
            <a:r>
              <a:rPr lang="vi-VN" sz="3600" b="1" i="1" dirty="0"/>
              <a:t>Giảng viên hướng dẫn: TS. Trần Đăng Công</a:t>
            </a:r>
            <a:endParaRPr lang="en-AU" altLang="vi-VN" sz="3600" b="1" i="1" dirty="0"/>
          </a:p>
        </p:txBody>
      </p:sp>
      <p:sp>
        <p:nvSpPr>
          <p:cNvPr id="7" name="Rectangle 6"/>
          <p:cNvSpPr/>
          <p:nvPr/>
        </p:nvSpPr>
        <p:spPr>
          <a:xfrm>
            <a:off x="4773706" y="9065196"/>
            <a:ext cx="19256188" cy="19685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 err="1"/>
              <a:t>Dainam</a:t>
            </a:r>
            <a:r>
              <a:rPr lang="en-US" sz="3200" i="1" dirty="0"/>
              <a:t> University, Hanoi, Vietnam</a:t>
            </a:r>
          </a:p>
        </p:txBody>
      </p:sp>
      <p:sp>
        <p:nvSpPr>
          <p:cNvPr id="16" name="Text Box 189"/>
          <p:cNvSpPr txBox="1">
            <a:spLocks noChangeArrowheads="1"/>
          </p:cNvSpPr>
          <p:nvPr/>
        </p:nvSpPr>
        <p:spPr bwMode="auto">
          <a:xfrm>
            <a:off x="592701" y="12907266"/>
            <a:ext cx="9074187" cy="7540781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wrap="square"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51970" y="11721071"/>
            <a:ext cx="9074187" cy="964611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vi-VN" sz="5400" b="1" dirty="0">
                <a:solidFill>
                  <a:schemeClr val="bg1"/>
                </a:solidFill>
              </a:rPr>
              <a:t>GIỚI THIỆU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18" name="Text Box 194"/>
          <p:cNvSpPr txBox="1">
            <a:spLocks noChangeArrowheads="1"/>
          </p:cNvSpPr>
          <p:nvPr/>
        </p:nvSpPr>
        <p:spPr bwMode="auto">
          <a:xfrm>
            <a:off x="481514" y="21903484"/>
            <a:ext cx="9074187" cy="18859385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sz="3000" b="1" dirty="0">
              <a:latin typeface="Calibri" panose="020F0502020204030204" pitchFamily="34" charset="0"/>
            </a:endParaRPr>
          </a:p>
          <a:p>
            <a:pPr algn="ctr" eaLnBrk="1" hangingPunct="1"/>
            <a:endParaRPr lang="en-US" sz="3000" b="1" dirty="0">
              <a:latin typeface="Calibri" panose="020F0502020204030204" pitchFamily="34" charset="0"/>
            </a:endParaRPr>
          </a:p>
          <a:p>
            <a:pPr algn="ctr" eaLnBrk="1" hangingPunct="1"/>
            <a:endParaRPr lang="en-US" sz="3000" b="1" dirty="0">
              <a:latin typeface="Calibri" panose="020F0502020204030204" pitchFamily="34" charset="0"/>
            </a:endParaRPr>
          </a:p>
          <a:p>
            <a:pPr algn="ctr" eaLnBrk="1" hangingPunct="1"/>
            <a:endParaRPr lang="en-US" sz="3000" b="1" dirty="0">
              <a:latin typeface="Calibri" panose="020F0502020204030204" pitchFamily="34" charset="0"/>
            </a:endParaRPr>
          </a:p>
          <a:p>
            <a:pPr algn="ctr" eaLnBrk="1" hangingPunct="1"/>
            <a:endParaRPr lang="en-US" sz="3000" b="1" dirty="0">
              <a:latin typeface="Calibri" panose="020F0502020204030204" pitchFamily="34" charset="0"/>
            </a:endParaRPr>
          </a:p>
          <a:p>
            <a:pPr algn="ctr" eaLnBrk="1" hangingPunct="1"/>
            <a:endParaRPr lang="en-US" sz="3000" b="1" dirty="0">
              <a:latin typeface="Calibri" panose="020F0502020204030204" pitchFamily="34" charset="0"/>
            </a:endParaRPr>
          </a:p>
          <a:p>
            <a:pPr eaLnBrk="1" hangingPunct="1"/>
            <a:endParaRPr lang="en-US" sz="3000" b="1" dirty="0">
              <a:latin typeface="Calibri" panose="020F0502020204030204" pitchFamily="34" charset="0"/>
            </a:endParaRPr>
          </a:p>
          <a:p>
            <a:pPr algn="ctr" eaLnBrk="1" hangingPunct="1"/>
            <a:endParaRPr lang="en-US" sz="3000" b="1" dirty="0">
              <a:latin typeface="Calibri" panose="020F050202020403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618595" y="20615285"/>
            <a:ext cx="8667640" cy="1007349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vi-VN" sz="5400" b="1" dirty="0">
                <a:solidFill>
                  <a:schemeClr val="bg1"/>
                </a:solidFill>
              </a:rPr>
              <a:t>KẾT QUẢ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20" name="Text Box 191"/>
          <p:cNvSpPr txBox="1">
            <a:spLocks noChangeArrowheads="1"/>
          </p:cNvSpPr>
          <p:nvPr/>
        </p:nvSpPr>
        <p:spPr bwMode="auto">
          <a:xfrm>
            <a:off x="19648170" y="21668105"/>
            <a:ext cx="8667750" cy="19072225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  <a:p>
            <a:pPr algn="ctr" eaLnBrk="1" hangingPunct="1"/>
            <a:endParaRPr lang="en-US" sz="3000" b="1" dirty="0">
              <a:latin typeface="Calibri" panose="020F0502020204030204" pitchFamily="34" charset="0"/>
            </a:endParaRPr>
          </a:p>
          <a:p>
            <a:pPr algn="ctr" eaLnBrk="1" hangingPunct="1"/>
            <a:endParaRPr lang="en-US" sz="3000" b="1" dirty="0">
              <a:latin typeface="Calibri" panose="020F0502020204030204" pitchFamily="34" charset="0"/>
            </a:endParaRPr>
          </a:p>
          <a:p>
            <a:pPr algn="ctr" eaLnBrk="1" hangingPunct="1"/>
            <a:endParaRPr lang="en-US" sz="3000" b="1" dirty="0">
              <a:latin typeface="Calibri" panose="020F0502020204030204" pitchFamily="34" charset="0"/>
            </a:endParaRPr>
          </a:p>
          <a:p>
            <a:pPr algn="ctr" eaLnBrk="1" hangingPunct="1"/>
            <a:endParaRPr lang="en-US" sz="3000" b="1" dirty="0">
              <a:latin typeface="Calibri" panose="020F0502020204030204" pitchFamily="34" charset="0"/>
            </a:endParaRPr>
          </a:p>
          <a:p>
            <a:pPr algn="ctr" eaLnBrk="1" hangingPunct="1"/>
            <a:endParaRPr lang="en-US" sz="3000" b="1" dirty="0">
              <a:latin typeface="Calibri" panose="020F0502020204030204" pitchFamily="34" charset="0"/>
            </a:endParaRPr>
          </a:p>
          <a:p>
            <a:pPr algn="ctr" eaLnBrk="1" hangingPunct="1"/>
            <a:endParaRPr lang="en-US" sz="3000" b="1" dirty="0">
              <a:latin typeface="Calibri" panose="020F050202020403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045022" y="11665207"/>
            <a:ext cx="18335070" cy="1002860"/>
          </a:xfrm>
          <a:prstGeom prst="rect">
            <a:avLst/>
          </a:prstGeom>
          <a:solidFill>
            <a:srgbClr val="233F99"/>
          </a:solidFill>
          <a:ln w="57150">
            <a:solidFill>
              <a:srgbClr val="233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vi-VN" sz="5400" b="1" dirty="0">
                <a:solidFill>
                  <a:schemeClr val="bg1"/>
                </a:solidFill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KIẾN TRÚC HỆ THỐNG</a:t>
            </a:r>
            <a:endParaRPr lang="en-US" sz="5400" b="1" dirty="0">
              <a:solidFill>
                <a:schemeClr val="bg1"/>
              </a:solidFill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Box 190"/>
          <p:cNvSpPr txBox="1">
            <a:spLocks noChangeArrowheads="1"/>
          </p:cNvSpPr>
          <p:nvPr/>
        </p:nvSpPr>
        <p:spPr bwMode="auto">
          <a:xfrm>
            <a:off x="10097479" y="21701041"/>
            <a:ext cx="9074186" cy="19061828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3000" dirty="0">
                <a:latin typeface="+mn-lt"/>
              </a:rPr>
              <a:t>                                          </a:t>
            </a:r>
          </a:p>
          <a:p>
            <a:pPr eaLnBrk="1" hangingPunct="1"/>
            <a:endParaRPr lang="en-US" sz="3000" dirty="0">
              <a:latin typeface="+mn-lt"/>
            </a:endParaRPr>
          </a:p>
          <a:p>
            <a:pPr eaLnBrk="1" hangingPunct="1"/>
            <a:r>
              <a:rPr lang="en-US" sz="3200" b="1" dirty="0"/>
              <a:t>HTML5</a:t>
            </a:r>
            <a:r>
              <a:rPr lang="en-US" sz="3200" dirty="0"/>
              <a:t>: </a:t>
            </a:r>
            <a:r>
              <a:rPr lang="en-US" sz="3200" dirty="0" err="1"/>
              <a:t>Xây</a:t>
            </a:r>
            <a:r>
              <a:rPr lang="en-US" sz="3200" dirty="0"/>
              <a:t> </a:t>
            </a:r>
            <a:r>
              <a:rPr lang="en-US" sz="3200" dirty="0" err="1"/>
              <a:t>dựng</a:t>
            </a:r>
            <a:r>
              <a:rPr lang="en-US" sz="3200" dirty="0"/>
              <a:t> </a:t>
            </a:r>
            <a:r>
              <a:rPr lang="en-US" sz="3200" dirty="0" err="1"/>
              <a:t>cấu</a:t>
            </a:r>
            <a:r>
              <a:rPr lang="en-US" sz="3200" dirty="0"/>
              <a:t> </a:t>
            </a:r>
            <a:r>
              <a:rPr lang="en-US" sz="3200" dirty="0" err="1"/>
              <a:t>trúc</a:t>
            </a:r>
            <a:r>
              <a:rPr lang="en-US" sz="3200" dirty="0"/>
              <a:t> </a:t>
            </a:r>
            <a:r>
              <a:rPr lang="en-US" sz="3200" dirty="0" err="1"/>
              <a:t>giao</a:t>
            </a:r>
            <a:r>
              <a:rPr lang="en-US" sz="3200" dirty="0"/>
              <a:t> </a:t>
            </a:r>
            <a:r>
              <a:rPr lang="en-US" sz="3200" dirty="0" err="1"/>
              <a:t>diện</a:t>
            </a:r>
            <a:r>
              <a:rPr lang="en-US" sz="3200" dirty="0"/>
              <a:t> website. </a:t>
            </a:r>
            <a:r>
              <a:rPr lang="en-US" sz="3200" b="1" dirty="0"/>
              <a:t>CSS3</a:t>
            </a:r>
            <a:r>
              <a:rPr lang="en-US" sz="3200" dirty="0"/>
              <a:t>: </a:t>
            </a:r>
            <a:r>
              <a:rPr lang="en-US" sz="3200" dirty="0" err="1"/>
              <a:t>Thiết</a:t>
            </a:r>
            <a:r>
              <a:rPr lang="en-US" sz="3200" dirty="0"/>
              <a:t> </a:t>
            </a:r>
            <a:r>
              <a:rPr lang="en-US" sz="3200" dirty="0" err="1"/>
              <a:t>kế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</a:t>
            </a:r>
            <a:r>
              <a:rPr lang="en-US" sz="3200" dirty="0" err="1"/>
              <a:t>dạng</a:t>
            </a:r>
            <a:r>
              <a:rPr lang="en-US" sz="3200" dirty="0"/>
              <a:t> </a:t>
            </a:r>
            <a:r>
              <a:rPr lang="en-US" sz="3200" dirty="0" err="1"/>
              <a:t>giao</a:t>
            </a:r>
            <a:r>
              <a:rPr lang="en-US" sz="3200" dirty="0"/>
              <a:t> </a:t>
            </a:r>
            <a:r>
              <a:rPr lang="en-US" sz="3200" dirty="0" err="1"/>
              <a:t>diện</a:t>
            </a:r>
            <a:r>
              <a:rPr lang="en-US" sz="3200" dirty="0"/>
              <a:t> </a:t>
            </a:r>
            <a:r>
              <a:rPr lang="en-US" sz="3200" dirty="0" err="1"/>
              <a:t>người</a:t>
            </a:r>
            <a:r>
              <a:rPr lang="en-US" sz="3200" dirty="0"/>
              <a:t> </a:t>
            </a:r>
            <a:r>
              <a:rPr lang="en-US" sz="3200" dirty="0" err="1"/>
              <a:t>dùng</a:t>
            </a:r>
            <a:r>
              <a:rPr lang="en-US" sz="3200" dirty="0"/>
              <a:t>. </a:t>
            </a:r>
            <a:endParaRPr lang="vi-VN" sz="3200" dirty="0"/>
          </a:p>
          <a:p>
            <a:pPr eaLnBrk="1" hangingPunct="1"/>
            <a:r>
              <a:rPr lang="en-US" sz="3200" b="1" dirty="0"/>
              <a:t>JavaScript</a:t>
            </a:r>
            <a:r>
              <a:rPr lang="en-US" sz="3200" dirty="0"/>
              <a:t>: </a:t>
            </a:r>
            <a:r>
              <a:rPr lang="en-US" sz="3200" dirty="0" err="1"/>
              <a:t>Xử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chức</a:t>
            </a:r>
            <a:r>
              <a:rPr lang="en-US" sz="3200" dirty="0"/>
              <a:t> </a:t>
            </a:r>
            <a:r>
              <a:rPr lang="en-US" sz="3200" dirty="0" err="1"/>
              <a:t>năng</a:t>
            </a:r>
            <a:r>
              <a:rPr lang="en-US" sz="3200" dirty="0"/>
              <a:t> </a:t>
            </a:r>
            <a:r>
              <a:rPr lang="en-US" sz="3200" dirty="0" err="1"/>
              <a:t>tương</a:t>
            </a:r>
            <a:r>
              <a:rPr lang="en-US" sz="3200" dirty="0"/>
              <a:t> </a:t>
            </a:r>
            <a:r>
              <a:rPr lang="en-US" sz="3200" dirty="0" err="1"/>
              <a:t>tác</a:t>
            </a:r>
            <a:r>
              <a:rPr lang="en-US" sz="3200" dirty="0"/>
              <a:t> </a:t>
            </a:r>
            <a:r>
              <a:rPr lang="en-US" sz="3200" dirty="0" err="1"/>
              <a:t>trên</a:t>
            </a:r>
            <a:r>
              <a:rPr lang="en-US" sz="3200" dirty="0"/>
              <a:t> website.</a:t>
            </a:r>
            <a:endParaRPr lang="vi-VN" sz="3200" dirty="0"/>
          </a:p>
          <a:p>
            <a:pPr eaLnBrk="1" hangingPunct="1"/>
            <a:r>
              <a:rPr lang="en-US" sz="3200" b="1" dirty="0"/>
              <a:t>Local Storage</a:t>
            </a:r>
            <a:r>
              <a:rPr lang="en-US" sz="3200" dirty="0"/>
              <a:t>: Lưu </a:t>
            </a:r>
            <a:r>
              <a:rPr lang="en-US" sz="3200" dirty="0" err="1"/>
              <a:t>trữ</a:t>
            </a:r>
            <a:r>
              <a:rPr lang="en-US" sz="3200" dirty="0"/>
              <a:t> </a:t>
            </a:r>
            <a:r>
              <a:rPr lang="en-US" sz="3200" dirty="0" err="1"/>
              <a:t>dữ</a:t>
            </a:r>
            <a:r>
              <a:rPr lang="en-US" sz="3200" dirty="0"/>
              <a:t> </a:t>
            </a:r>
            <a:r>
              <a:rPr lang="en-US" sz="3200" dirty="0" err="1"/>
              <a:t>liệu</a:t>
            </a:r>
            <a:r>
              <a:rPr lang="en-US" sz="3200" dirty="0"/>
              <a:t> </a:t>
            </a:r>
            <a:r>
              <a:rPr lang="en-US" sz="3200" dirty="0" err="1"/>
              <a:t>tạm</a:t>
            </a:r>
            <a:r>
              <a:rPr lang="en-US" sz="3200" dirty="0"/>
              <a:t> </a:t>
            </a:r>
            <a:r>
              <a:rPr lang="en-US" sz="3200" dirty="0" err="1"/>
              <a:t>thời</a:t>
            </a:r>
            <a:r>
              <a:rPr lang="en-US" sz="3200" dirty="0"/>
              <a:t> </a:t>
            </a:r>
            <a:r>
              <a:rPr lang="en-US" sz="3200" dirty="0" err="1"/>
              <a:t>phía</a:t>
            </a:r>
            <a:r>
              <a:rPr lang="en-US" sz="3200" dirty="0"/>
              <a:t> </a:t>
            </a:r>
            <a:r>
              <a:rPr lang="en-US" sz="3200" dirty="0" err="1"/>
              <a:t>trình</a:t>
            </a:r>
            <a:r>
              <a:rPr lang="en-US" sz="3200" dirty="0"/>
              <a:t> </a:t>
            </a:r>
            <a:r>
              <a:rPr lang="en-US" sz="3200" dirty="0" err="1"/>
              <a:t>duyệt</a:t>
            </a:r>
            <a:r>
              <a:rPr lang="en-US" sz="3200" dirty="0"/>
              <a:t>. </a:t>
            </a:r>
            <a:endParaRPr lang="vi-VN" sz="3200" dirty="0"/>
          </a:p>
          <a:p>
            <a:pPr eaLnBrk="1" hangingPunct="1"/>
            <a:r>
              <a:rPr lang="en-US" sz="3200" b="1" dirty="0"/>
              <a:t>Blockchain</a:t>
            </a:r>
            <a:r>
              <a:rPr lang="en-US" sz="3200" dirty="0"/>
              <a:t>: Lưu </a:t>
            </a:r>
            <a:r>
              <a:rPr lang="en-US" sz="3200" dirty="0" err="1"/>
              <a:t>trữ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xác</a:t>
            </a:r>
            <a:r>
              <a:rPr lang="en-US" sz="3200" dirty="0"/>
              <a:t> </a:t>
            </a:r>
            <a:r>
              <a:rPr lang="en-US" sz="3200" dirty="0" err="1"/>
              <a:t>thực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đánh</a:t>
            </a:r>
            <a:r>
              <a:rPr lang="en-US" sz="3200" dirty="0"/>
              <a:t> </a:t>
            </a:r>
            <a:r>
              <a:rPr lang="en-US" sz="3200" dirty="0" err="1"/>
              <a:t>giá</a:t>
            </a:r>
            <a:r>
              <a:rPr lang="en-US" sz="3200" dirty="0"/>
              <a:t> du </a:t>
            </a:r>
            <a:r>
              <a:rPr lang="en-US" sz="3200" dirty="0" err="1"/>
              <a:t>lịch</a:t>
            </a:r>
            <a:r>
              <a:rPr lang="en-US" sz="3200" dirty="0"/>
              <a:t>, </a:t>
            </a:r>
            <a:r>
              <a:rPr lang="en-US" sz="3200" dirty="0" err="1"/>
              <a:t>đảm</a:t>
            </a:r>
            <a:r>
              <a:rPr lang="en-US" sz="3200" dirty="0"/>
              <a:t> </a:t>
            </a:r>
            <a:r>
              <a:rPr lang="en-US" sz="3200" dirty="0" err="1"/>
              <a:t>bảo</a:t>
            </a:r>
            <a:r>
              <a:rPr lang="en-US" sz="3200" dirty="0"/>
              <a:t> </a:t>
            </a:r>
            <a:r>
              <a:rPr lang="en-US" sz="3200" dirty="0" err="1"/>
              <a:t>tính</a:t>
            </a:r>
            <a:r>
              <a:rPr lang="en-US" sz="3200" dirty="0"/>
              <a:t> </a:t>
            </a:r>
            <a:r>
              <a:rPr lang="en-US" sz="3200" dirty="0" err="1"/>
              <a:t>minh</a:t>
            </a:r>
            <a:r>
              <a:rPr lang="en-US" sz="3200" dirty="0"/>
              <a:t> </a:t>
            </a:r>
            <a:r>
              <a:rPr lang="en-US" sz="3200" dirty="0" err="1"/>
              <a:t>bạch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chống</a:t>
            </a:r>
            <a:r>
              <a:rPr lang="en-US" sz="3200" dirty="0"/>
              <a:t> </a:t>
            </a:r>
            <a:r>
              <a:rPr lang="en-US" sz="3200" dirty="0" err="1"/>
              <a:t>sửa</a:t>
            </a:r>
            <a:r>
              <a:rPr lang="en-US" sz="3200" dirty="0"/>
              <a:t> </a:t>
            </a:r>
            <a:r>
              <a:rPr lang="en-US" sz="3200" dirty="0" err="1"/>
              <a:t>đổi</a:t>
            </a:r>
            <a:r>
              <a:rPr lang="en-US" sz="3200" dirty="0"/>
              <a:t> </a:t>
            </a:r>
            <a:r>
              <a:rPr lang="en-US" sz="3200" dirty="0" err="1"/>
              <a:t>dữ</a:t>
            </a:r>
            <a:r>
              <a:rPr lang="en-US" sz="3200" dirty="0"/>
              <a:t> </a:t>
            </a:r>
            <a:r>
              <a:rPr lang="en-US" sz="3200" dirty="0" err="1"/>
              <a:t>liệu</a:t>
            </a:r>
            <a:r>
              <a:rPr lang="en-US" sz="3200" dirty="0"/>
              <a:t>. </a:t>
            </a:r>
            <a:endParaRPr lang="vi-VN" sz="3200" dirty="0"/>
          </a:p>
          <a:p>
            <a:pPr eaLnBrk="1" hangingPunct="1"/>
            <a:r>
              <a:rPr lang="en-US" sz="3200" b="1" dirty="0"/>
              <a:t>GitHub</a:t>
            </a:r>
            <a:r>
              <a:rPr lang="en-US" sz="3200" dirty="0"/>
              <a:t>: Quản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mã</a:t>
            </a:r>
            <a:r>
              <a:rPr lang="en-US" sz="3200" dirty="0"/>
              <a:t> </a:t>
            </a:r>
            <a:r>
              <a:rPr lang="en-US" sz="3200" dirty="0" err="1"/>
              <a:t>nguồn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lưu</a:t>
            </a:r>
            <a:r>
              <a:rPr lang="en-US" sz="3200" dirty="0"/>
              <a:t> </a:t>
            </a:r>
            <a:r>
              <a:rPr lang="en-US" sz="3200" dirty="0" err="1"/>
              <a:t>trữ</a:t>
            </a:r>
            <a:r>
              <a:rPr lang="en-US" sz="3200" dirty="0"/>
              <a:t> </a:t>
            </a:r>
            <a:r>
              <a:rPr lang="en-US" sz="3200" dirty="0" err="1"/>
              <a:t>dự</a:t>
            </a:r>
            <a:r>
              <a:rPr lang="en-US" sz="3200" dirty="0"/>
              <a:t> </a:t>
            </a:r>
            <a:r>
              <a:rPr lang="en-US" sz="3200" dirty="0" err="1"/>
              <a:t>án</a:t>
            </a:r>
            <a:r>
              <a:rPr lang="en-US" sz="3200" dirty="0"/>
              <a:t>.</a:t>
            </a:r>
            <a:endParaRPr lang="en-US" sz="3000" dirty="0">
              <a:latin typeface="+mn-lt"/>
            </a:endParaRPr>
          </a:p>
          <a:p>
            <a:pPr eaLnBrk="1" hangingPunct="1"/>
            <a:endParaRPr lang="en-US" sz="3000" dirty="0">
              <a:latin typeface="+mn-lt"/>
            </a:endParaRPr>
          </a:p>
          <a:p>
            <a:pPr eaLnBrk="1" hangingPunct="1"/>
            <a:endParaRPr lang="en-US" sz="3000" dirty="0">
              <a:latin typeface="+mn-lt"/>
            </a:endParaRPr>
          </a:p>
          <a:p>
            <a:pPr eaLnBrk="1" hangingPunct="1"/>
            <a:endParaRPr lang="en-US" sz="3000" dirty="0">
              <a:latin typeface="+mn-lt"/>
            </a:endParaRPr>
          </a:p>
          <a:p>
            <a:pPr eaLnBrk="1" hangingPunct="1"/>
            <a:endParaRPr lang="en-US" sz="3000" dirty="0">
              <a:latin typeface="+mn-lt"/>
            </a:endParaRPr>
          </a:p>
          <a:p>
            <a:pPr eaLnBrk="1" hangingPunct="1"/>
            <a:endParaRPr lang="en-US" sz="3000" dirty="0">
              <a:latin typeface="+mn-lt"/>
            </a:endParaRPr>
          </a:p>
          <a:p>
            <a:pPr eaLnBrk="1" hangingPunct="1"/>
            <a:endParaRPr lang="en-US" sz="3000" dirty="0">
              <a:latin typeface="+mn-lt"/>
            </a:endParaRPr>
          </a:p>
          <a:p>
            <a:pPr eaLnBrk="1" hangingPunct="1"/>
            <a:endParaRPr lang="en-US" sz="3000" dirty="0">
              <a:latin typeface="+mn-lt"/>
            </a:endParaRPr>
          </a:p>
          <a:p>
            <a:pPr algn="ctr" eaLnBrk="1" hangingPunct="1"/>
            <a:r>
              <a:rPr lang="en-US" sz="3000" dirty="0">
                <a:latin typeface="+mn-lt"/>
              </a:rPr>
              <a:t>	</a:t>
            </a:r>
          </a:p>
          <a:p>
            <a:pPr eaLnBrk="1" hangingPunct="1"/>
            <a:endParaRPr lang="en-US" sz="3000" dirty="0">
              <a:latin typeface="+mn-lt"/>
            </a:endParaRPr>
          </a:p>
          <a:p>
            <a:pPr eaLnBrk="1" hangingPunct="1"/>
            <a:endParaRPr lang="en-US" sz="3000" dirty="0">
              <a:latin typeface="+mn-lt"/>
            </a:endParaRPr>
          </a:p>
          <a:p>
            <a:pPr eaLnBrk="1" hangingPunct="1"/>
            <a:endParaRPr lang="en-US" sz="3000" dirty="0">
              <a:latin typeface="+mn-lt"/>
            </a:endParaRPr>
          </a:p>
          <a:p>
            <a:pPr eaLnBrk="1" hangingPunct="1"/>
            <a:endParaRPr lang="en-US" sz="3000" dirty="0">
              <a:latin typeface="+mn-lt"/>
            </a:endParaRPr>
          </a:p>
          <a:p>
            <a:pPr eaLnBrk="1" hangingPunct="1"/>
            <a:endParaRPr lang="en-US" sz="3000" dirty="0">
              <a:latin typeface="+mn-lt"/>
            </a:endParaRPr>
          </a:p>
          <a:p>
            <a:pPr eaLnBrk="1" hangingPunct="1"/>
            <a:endParaRPr lang="en-US" sz="3000" dirty="0">
              <a:latin typeface="+mn-lt"/>
            </a:endParaRPr>
          </a:p>
          <a:p>
            <a:pPr eaLnBrk="1" hangingPunct="1"/>
            <a:endParaRPr lang="en-US" sz="3000" dirty="0">
              <a:latin typeface="+mn-lt"/>
            </a:endParaRPr>
          </a:p>
          <a:p>
            <a:pPr eaLnBrk="1" hangingPunct="1"/>
            <a:endParaRPr lang="en-US" sz="3000" dirty="0">
              <a:latin typeface="+mn-lt"/>
            </a:endParaRP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endParaRPr lang="en-US" sz="3000" b="1" dirty="0">
              <a:latin typeface="+mn-lt"/>
            </a:endParaRP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endParaRPr lang="en-US" sz="3000" b="1" dirty="0">
              <a:latin typeface="+mn-lt"/>
            </a:endParaRP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endParaRPr lang="en-US" sz="3000" b="1" dirty="0">
              <a:latin typeface="+mn-lt"/>
            </a:endParaRP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endParaRPr lang="en-US" sz="3000" b="1" dirty="0">
              <a:latin typeface="+mn-lt"/>
            </a:endParaRP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endParaRPr lang="en-US" sz="3000" b="1" dirty="0">
              <a:latin typeface="+mn-lt"/>
            </a:endParaRP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endParaRPr lang="en-US" sz="3000" b="1" dirty="0">
              <a:latin typeface="+mn-lt"/>
            </a:endParaRP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endParaRPr lang="en-US" sz="3000" b="1" dirty="0">
              <a:latin typeface="+mn-lt"/>
            </a:endParaRP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endParaRPr lang="en-US" sz="3000" b="1" dirty="0">
              <a:latin typeface="+mn-lt"/>
            </a:endParaRP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endParaRPr lang="en-US" sz="3000" b="1" dirty="0">
              <a:latin typeface="+mn-lt"/>
            </a:endParaRPr>
          </a:p>
          <a:p>
            <a:pPr eaLnBrk="1" hangingPunct="1"/>
            <a:endParaRPr lang="en-US" sz="3000" dirty="0">
              <a:latin typeface="Calibri" panose="020F050202020403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81264" y="20625321"/>
            <a:ext cx="9074187" cy="947416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vi-VN" sz="5400" b="1" dirty="0">
                <a:solidFill>
                  <a:schemeClr val="bg1"/>
                </a:solidFill>
              </a:rPr>
              <a:t>Giao diện web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39015" y="40975001"/>
            <a:ext cx="27821867" cy="959132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vi-VN" sz="5400" b="1" dirty="0">
                <a:solidFill>
                  <a:schemeClr val="bg1"/>
                </a:solidFill>
              </a:rPr>
              <a:t>KẾT LUẬN VÀ HƯỚNG PHÁT TRIỂN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50" name="Text Box 194"/>
          <p:cNvSpPr txBox="1">
            <a:spLocks noChangeArrowheads="1"/>
          </p:cNvSpPr>
          <p:nvPr/>
        </p:nvSpPr>
        <p:spPr bwMode="auto">
          <a:xfrm>
            <a:off x="539016" y="41973950"/>
            <a:ext cx="27841077" cy="2537599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en-US" sz="3000" b="1" dirty="0">
                <a:latin typeface="Calibri" panose="020F0502020204030204" pitchFamily="34" charset="0"/>
              </a:rPr>
              <a:t>Kết luận</a:t>
            </a:r>
            <a:r>
              <a:rPr lang="en-US" sz="3000" b="1" dirty="0">
                <a:latin typeface="Calibri" panose="020F0502020204030204" pitchFamily="34" charset="0"/>
              </a:rPr>
              <a:t>: </a:t>
            </a:r>
            <a:endParaRPr lang="vi-VN" sz="3000" b="1" dirty="0">
              <a:latin typeface="Calibri" panose="020F0502020204030204" pitchFamily="34" charset="0"/>
            </a:endParaRPr>
          </a:p>
          <a:p>
            <a:pPr eaLnBrk="1" hangingPunct="1"/>
            <a:r>
              <a:rPr lang="en-US" sz="3200" dirty="0" err="1"/>
              <a:t>Đề</a:t>
            </a:r>
            <a:r>
              <a:rPr lang="en-US" sz="3200" dirty="0"/>
              <a:t> </a:t>
            </a:r>
            <a:r>
              <a:rPr lang="en-US" sz="3200" dirty="0" err="1"/>
              <a:t>tài</a:t>
            </a:r>
            <a:r>
              <a:rPr lang="en-US" sz="3200" dirty="0"/>
              <a:t> </a:t>
            </a:r>
            <a:r>
              <a:rPr lang="en-US" sz="3200" dirty="0" err="1"/>
              <a:t>đã</a:t>
            </a:r>
            <a:r>
              <a:rPr lang="en-US" sz="3200" dirty="0"/>
              <a:t> </a:t>
            </a:r>
            <a:r>
              <a:rPr lang="en-US" sz="3200" dirty="0" err="1"/>
              <a:t>xây</a:t>
            </a:r>
            <a:r>
              <a:rPr lang="en-US" sz="3200" dirty="0"/>
              <a:t> </a:t>
            </a:r>
            <a:r>
              <a:rPr lang="en-US" sz="3200" dirty="0" err="1"/>
              <a:t>dựng</a:t>
            </a:r>
            <a:r>
              <a:rPr lang="en-US" sz="3200" dirty="0"/>
              <a:t> </a:t>
            </a:r>
            <a:r>
              <a:rPr lang="en-US" sz="3200" dirty="0" err="1"/>
              <a:t>thành</a:t>
            </a:r>
            <a:r>
              <a:rPr lang="en-US" sz="3200" dirty="0"/>
              <a:t> </a:t>
            </a:r>
            <a:r>
              <a:rPr lang="en-US" sz="3200" dirty="0" err="1"/>
              <a:t>công</a:t>
            </a:r>
            <a:r>
              <a:rPr lang="en-US" sz="3200" dirty="0"/>
              <a:t> </a:t>
            </a:r>
            <a:r>
              <a:rPr lang="en-US" sz="3200" dirty="0" err="1"/>
              <a:t>hệ</a:t>
            </a:r>
            <a:r>
              <a:rPr lang="en-US" sz="3200" dirty="0"/>
              <a:t> </a:t>
            </a:r>
            <a:r>
              <a:rPr lang="en-US" sz="3200" dirty="0" err="1"/>
              <a:t>thống</a:t>
            </a:r>
            <a:r>
              <a:rPr lang="en-US" sz="3200" dirty="0"/>
              <a:t> </a:t>
            </a:r>
            <a:r>
              <a:rPr lang="en-US" sz="3200" dirty="0" err="1"/>
              <a:t>đặt</a:t>
            </a:r>
            <a:r>
              <a:rPr lang="en-US" sz="3200" dirty="0"/>
              <a:t> tour du </a:t>
            </a:r>
            <a:r>
              <a:rPr lang="en-US" sz="3200" dirty="0" err="1"/>
              <a:t>lịch</a:t>
            </a:r>
            <a:r>
              <a:rPr lang="en-US" sz="3200" dirty="0"/>
              <a:t> </a:t>
            </a:r>
            <a:r>
              <a:rPr lang="en-US" sz="3200" dirty="0" err="1"/>
              <a:t>tích</a:t>
            </a:r>
            <a:r>
              <a:rPr lang="en-US" sz="3200" dirty="0"/>
              <a:t> </a:t>
            </a:r>
            <a:r>
              <a:rPr lang="en-US" sz="3200" dirty="0" err="1"/>
              <a:t>hợp</a:t>
            </a:r>
            <a:r>
              <a:rPr lang="en-US" sz="3200" dirty="0"/>
              <a:t> Blockchain, </a:t>
            </a:r>
            <a:r>
              <a:rPr lang="en-US" sz="3200" dirty="0" err="1"/>
              <a:t>hỗ</a:t>
            </a:r>
            <a:r>
              <a:rPr lang="en-US" sz="3200" dirty="0"/>
              <a:t> </a:t>
            </a:r>
            <a:r>
              <a:rPr lang="en-US" sz="3200" dirty="0" err="1"/>
              <a:t>trợ</a:t>
            </a:r>
            <a:r>
              <a:rPr lang="en-US" sz="3200" dirty="0"/>
              <a:t> </a:t>
            </a:r>
            <a:r>
              <a:rPr lang="en-US" sz="3200" dirty="0" err="1"/>
              <a:t>đặt</a:t>
            </a:r>
            <a:r>
              <a:rPr lang="en-US" sz="3200" dirty="0"/>
              <a:t> tour, </a:t>
            </a:r>
            <a:r>
              <a:rPr lang="en-US" sz="3200" dirty="0" err="1"/>
              <a:t>thanh</a:t>
            </a:r>
            <a:r>
              <a:rPr lang="en-US" sz="3200" dirty="0"/>
              <a:t> </a:t>
            </a:r>
            <a:r>
              <a:rPr lang="en-US" sz="3200" dirty="0" err="1"/>
              <a:t>toán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đánh</a:t>
            </a:r>
            <a:r>
              <a:rPr lang="en-US" sz="3200" dirty="0"/>
              <a:t> </a:t>
            </a:r>
            <a:r>
              <a:rPr lang="en-US" sz="3200" dirty="0" err="1"/>
              <a:t>giá</a:t>
            </a:r>
            <a:r>
              <a:rPr lang="en-US" sz="3200" dirty="0"/>
              <a:t> </a:t>
            </a:r>
            <a:r>
              <a:rPr lang="en-US" sz="3200" dirty="0" err="1"/>
              <a:t>dịch</a:t>
            </a:r>
            <a:r>
              <a:rPr lang="en-US" sz="3200" dirty="0"/>
              <a:t> </a:t>
            </a:r>
            <a:r>
              <a:rPr lang="en-US" sz="3200" dirty="0" err="1"/>
              <a:t>vụ</a:t>
            </a:r>
            <a:r>
              <a:rPr lang="en-US" sz="3200" dirty="0"/>
              <a:t> </a:t>
            </a:r>
            <a:r>
              <a:rPr lang="en-US" sz="3200" dirty="0" err="1"/>
              <a:t>trực</a:t>
            </a:r>
            <a:r>
              <a:rPr lang="en-US" sz="3200" dirty="0"/>
              <a:t> </a:t>
            </a:r>
            <a:r>
              <a:rPr lang="en-US" sz="3200" dirty="0" err="1"/>
              <a:t>tuyến</a:t>
            </a:r>
            <a:r>
              <a:rPr lang="en-US" sz="3200" dirty="0"/>
              <a:t>.</a:t>
            </a:r>
            <a:endParaRPr lang="en-US" sz="3000" dirty="0">
              <a:latin typeface="Calibri" panose="020F0502020204030204" pitchFamily="34" charset="0"/>
            </a:endParaRPr>
          </a:p>
          <a:p>
            <a:pPr eaLnBrk="1" hangingPunct="1"/>
            <a:r>
              <a:rPr lang="en-AU" altLang="en-US" sz="3000" b="1" dirty="0">
                <a:latin typeface="Calibri" panose="020F0502020204030204" pitchFamily="34" charset="0"/>
              </a:rPr>
              <a:t>Hướng phát triển</a:t>
            </a:r>
            <a:r>
              <a:rPr lang="en-US" sz="3000" b="1" dirty="0">
                <a:latin typeface="Calibri" panose="020F0502020204030204" pitchFamily="34" charset="0"/>
              </a:rPr>
              <a:t>:</a:t>
            </a:r>
            <a:endParaRPr lang="vi-VN" sz="3000" b="1" dirty="0">
              <a:latin typeface="Calibri" panose="020F0502020204030204" pitchFamily="34" charset="0"/>
            </a:endParaRPr>
          </a:p>
          <a:p>
            <a:pPr eaLnBrk="1" hangingPunct="1"/>
            <a:r>
              <a:rPr lang="en-US" sz="3200" dirty="0"/>
              <a:t>Trong </a:t>
            </a:r>
            <a:r>
              <a:rPr lang="en-US" sz="3200" dirty="0" err="1"/>
              <a:t>tương</a:t>
            </a:r>
            <a:r>
              <a:rPr lang="en-US" sz="3200" dirty="0"/>
              <a:t> lai, </a:t>
            </a:r>
            <a:r>
              <a:rPr lang="en-US" sz="3200" dirty="0" err="1"/>
              <a:t>hệ</a:t>
            </a:r>
            <a:r>
              <a:rPr lang="en-US" sz="3200" dirty="0"/>
              <a:t> </a:t>
            </a:r>
            <a:r>
              <a:rPr lang="en-US" sz="3200" dirty="0" err="1"/>
              <a:t>thống</a:t>
            </a:r>
            <a:r>
              <a:rPr lang="en-US" sz="3200" dirty="0"/>
              <a:t> </a:t>
            </a:r>
            <a:r>
              <a:rPr lang="en-US" sz="3200" dirty="0" err="1"/>
              <a:t>có</a:t>
            </a:r>
            <a:r>
              <a:rPr lang="en-US" sz="3200" dirty="0"/>
              <a:t> </a:t>
            </a:r>
            <a:r>
              <a:rPr lang="en-US" sz="3200" dirty="0" err="1"/>
              <a:t>thể</a:t>
            </a:r>
            <a:r>
              <a:rPr lang="en-US" sz="3200" dirty="0"/>
              <a:t> </a:t>
            </a:r>
            <a:r>
              <a:rPr lang="en-US" sz="3200" dirty="0" err="1"/>
              <a:t>được</a:t>
            </a:r>
            <a:r>
              <a:rPr lang="en-US" sz="3200" dirty="0"/>
              <a:t> </a:t>
            </a:r>
            <a:r>
              <a:rPr lang="en-US" sz="3200" dirty="0" err="1"/>
              <a:t>mở</a:t>
            </a:r>
            <a:r>
              <a:rPr lang="en-US" sz="3200" dirty="0"/>
              <a:t> </a:t>
            </a:r>
            <a:r>
              <a:rPr lang="en-US" sz="3200" dirty="0" err="1"/>
              <a:t>rộng</a:t>
            </a:r>
            <a:r>
              <a:rPr lang="en-US" sz="3200" dirty="0"/>
              <a:t> </a:t>
            </a:r>
            <a:r>
              <a:rPr lang="en-US" sz="3200" dirty="0" err="1"/>
              <a:t>bằng</a:t>
            </a:r>
            <a:r>
              <a:rPr lang="en-US" sz="3200" dirty="0"/>
              <a:t> </a:t>
            </a:r>
            <a:r>
              <a:rPr lang="en-US" sz="3200" dirty="0" err="1"/>
              <a:t>cách</a:t>
            </a:r>
            <a:r>
              <a:rPr lang="en-US" sz="3200" dirty="0"/>
              <a:t> </a:t>
            </a:r>
            <a:r>
              <a:rPr lang="en-US" sz="3200" dirty="0" err="1"/>
              <a:t>tích</a:t>
            </a:r>
            <a:r>
              <a:rPr lang="en-US" sz="3200" dirty="0"/>
              <a:t> </a:t>
            </a:r>
            <a:r>
              <a:rPr lang="en-US" sz="3200" dirty="0" err="1"/>
              <a:t>hợp</a:t>
            </a:r>
            <a:r>
              <a:rPr lang="en-US" sz="3200" dirty="0"/>
              <a:t> </a:t>
            </a:r>
            <a:r>
              <a:rPr lang="en-US" sz="3200" dirty="0" err="1"/>
              <a:t>thanh</a:t>
            </a:r>
            <a:r>
              <a:rPr lang="en-US" sz="3200" dirty="0"/>
              <a:t> </a:t>
            </a:r>
            <a:r>
              <a:rPr lang="en-US" sz="3200" dirty="0" err="1"/>
              <a:t>toán</a:t>
            </a:r>
            <a:r>
              <a:rPr lang="en-US" sz="3200" dirty="0"/>
              <a:t> </a:t>
            </a:r>
            <a:r>
              <a:rPr lang="en-US" sz="3200" dirty="0" err="1"/>
              <a:t>tiền</a:t>
            </a:r>
            <a:r>
              <a:rPr lang="en-US" sz="3200" dirty="0"/>
              <a:t> </a:t>
            </a:r>
            <a:r>
              <a:rPr lang="en-US" sz="3200" dirty="0" err="1"/>
              <a:t>điện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, </a:t>
            </a:r>
            <a:r>
              <a:rPr lang="en-US" sz="3200" dirty="0" err="1"/>
              <a:t>phát</a:t>
            </a:r>
            <a:r>
              <a:rPr lang="en-US" sz="3200" dirty="0"/>
              <a:t> </a:t>
            </a:r>
            <a:r>
              <a:rPr lang="en-US" sz="3200" dirty="0" err="1"/>
              <a:t>triển</a:t>
            </a:r>
            <a:r>
              <a:rPr lang="en-US" sz="3200" dirty="0"/>
              <a:t> </a:t>
            </a:r>
            <a:r>
              <a:rPr lang="en-US" sz="3200" dirty="0" err="1"/>
              <a:t>ứng</a:t>
            </a:r>
            <a:r>
              <a:rPr lang="en-US" sz="3200" dirty="0"/>
              <a:t> </a:t>
            </a:r>
            <a:r>
              <a:rPr lang="en-US" sz="3200" dirty="0" err="1"/>
              <a:t>dụng</a:t>
            </a:r>
            <a:r>
              <a:rPr lang="en-US" sz="3200" dirty="0"/>
              <a:t> di </a:t>
            </a:r>
            <a:r>
              <a:rPr lang="en-US" sz="3200" dirty="0" err="1"/>
              <a:t>động</a:t>
            </a:r>
            <a:r>
              <a:rPr lang="en-US" sz="3200" dirty="0"/>
              <a:t>, </a:t>
            </a:r>
            <a:r>
              <a:rPr lang="en-US" sz="3200" dirty="0" err="1"/>
              <a:t>triển</a:t>
            </a:r>
            <a:r>
              <a:rPr lang="en-US" sz="3200" dirty="0"/>
              <a:t> </a:t>
            </a:r>
            <a:r>
              <a:rPr lang="en-US" sz="3200" dirty="0" err="1"/>
              <a:t>khai</a:t>
            </a:r>
            <a:r>
              <a:rPr lang="en-US" sz="3200" dirty="0"/>
              <a:t> </a:t>
            </a:r>
            <a:r>
              <a:rPr lang="en-US" sz="3200" dirty="0" err="1"/>
              <a:t>trên</a:t>
            </a:r>
            <a:r>
              <a:rPr lang="en-US" sz="3200" dirty="0"/>
              <a:t> Blockchain </a:t>
            </a:r>
            <a:r>
              <a:rPr lang="en-US" sz="3200" dirty="0" err="1"/>
              <a:t>công</a:t>
            </a:r>
            <a:r>
              <a:rPr lang="en-US" sz="3200" dirty="0"/>
              <a:t> </a:t>
            </a:r>
            <a:r>
              <a:rPr lang="en-US" sz="3200" dirty="0" err="1"/>
              <a:t>khai</a:t>
            </a:r>
            <a:r>
              <a:rPr lang="en-US" sz="3200" dirty="0"/>
              <a:t>, </a:t>
            </a:r>
            <a:r>
              <a:rPr lang="en-US" sz="3200" dirty="0" err="1"/>
              <a:t>ứng</a:t>
            </a:r>
            <a:r>
              <a:rPr lang="en-US" sz="3200" dirty="0"/>
              <a:t> </a:t>
            </a:r>
            <a:r>
              <a:rPr lang="en-US" sz="3200" dirty="0" err="1"/>
              <a:t>dụng</a:t>
            </a:r>
            <a:r>
              <a:rPr lang="en-US" sz="3200" dirty="0"/>
              <a:t> AI </a:t>
            </a:r>
            <a:r>
              <a:rPr lang="en-US" sz="3200" dirty="0" err="1"/>
              <a:t>để</a:t>
            </a:r>
            <a:r>
              <a:rPr lang="en-US" sz="3200" dirty="0"/>
              <a:t> </a:t>
            </a:r>
            <a:r>
              <a:rPr lang="en-US" sz="3200" dirty="0" err="1"/>
              <a:t>gợi</a:t>
            </a:r>
            <a:r>
              <a:rPr lang="en-US" sz="3200" dirty="0"/>
              <a:t> ý tour </a:t>
            </a:r>
            <a:r>
              <a:rPr lang="en-US" sz="3200" dirty="0" err="1"/>
              <a:t>phù</a:t>
            </a:r>
            <a:r>
              <a:rPr lang="en-US" sz="3200" dirty="0"/>
              <a:t> </a:t>
            </a:r>
            <a:r>
              <a:rPr lang="en-US" sz="3200" dirty="0" err="1"/>
              <a:t>hợp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sử</a:t>
            </a:r>
            <a:r>
              <a:rPr lang="en-US" sz="3200" dirty="0"/>
              <a:t> </a:t>
            </a:r>
            <a:r>
              <a:rPr lang="en-US" sz="3200" dirty="0" err="1"/>
              <a:t>dụng</a:t>
            </a:r>
            <a:r>
              <a:rPr lang="en-US" sz="3200" dirty="0"/>
              <a:t> NFT </a:t>
            </a:r>
            <a:r>
              <a:rPr lang="en-US" sz="3200" dirty="0" err="1"/>
              <a:t>làm</a:t>
            </a:r>
            <a:r>
              <a:rPr lang="en-US" sz="3200" dirty="0"/>
              <a:t> </a:t>
            </a:r>
            <a:r>
              <a:rPr lang="en-US" sz="3200" dirty="0" err="1"/>
              <a:t>vé</a:t>
            </a:r>
            <a:r>
              <a:rPr lang="en-US" sz="3200" dirty="0"/>
              <a:t> du </a:t>
            </a:r>
            <a:r>
              <a:rPr lang="en-US" sz="3200" dirty="0" err="1"/>
              <a:t>lịch</a:t>
            </a:r>
            <a:r>
              <a:rPr lang="en-US" sz="3200" dirty="0"/>
              <a:t> </a:t>
            </a:r>
            <a:r>
              <a:rPr lang="en-US" sz="3200" dirty="0" err="1"/>
              <a:t>điện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. </a:t>
            </a:r>
            <a:endParaRPr lang="en-US" altLang="en-US" sz="3000" dirty="0">
              <a:latin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138370" y="20546337"/>
            <a:ext cx="9074187" cy="947416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vi-VN" altLang="en-US" sz="5400" b="1" dirty="0">
                <a:solidFill>
                  <a:schemeClr val="bg1"/>
                </a:solidFill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Công nghệ sử dụng</a:t>
            </a:r>
            <a:endParaRPr lang="en-AU" altLang="en-US" sz="5400" b="1" dirty="0">
              <a:solidFill>
                <a:schemeClr val="bg1"/>
              </a:solidFill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332846" y="10754589"/>
            <a:ext cx="9330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en-US" sz="3600" b="1" dirty="0"/>
              <a:t>https://github.com/duongcutohaha/Blockchain</a:t>
            </a:r>
            <a:endParaRPr lang="en-US" altLang="en-GB" sz="3600" b="1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44"/>
            <a:ext cx="28803600" cy="655653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097479" y="280631"/>
            <a:ext cx="80521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>
                <a:solidFill>
                  <a:schemeClr val="bg1"/>
                </a:solidFill>
              </a:rPr>
              <a:t>TRƯỜNG ĐẠI HỌC ĐẠI NAM</a:t>
            </a:r>
          </a:p>
          <a:p>
            <a:pPr algn="ctr"/>
            <a:r>
              <a:rPr lang="en-US" sz="4800" b="1">
                <a:solidFill>
                  <a:schemeClr val="bg1"/>
                </a:solidFill>
              </a:rPr>
              <a:t>KHOA CÔNG NGHỆ THÔNG TIN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92320" y="14679020"/>
            <a:ext cx="8804033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en-US" sz="30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US" sz="3200" dirty="0" err="1"/>
              <a:t>Đề</a:t>
            </a:r>
            <a:r>
              <a:rPr lang="en-US" sz="3200" dirty="0"/>
              <a:t> </a:t>
            </a:r>
            <a:r>
              <a:rPr lang="en-US" sz="3200" dirty="0" err="1"/>
              <a:t>tài</a:t>
            </a:r>
            <a:r>
              <a:rPr lang="en-US" sz="3200" dirty="0"/>
              <a:t> </a:t>
            </a:r>
            <a:r>
              <a:rPr lang="en-US" sz="3200" b="1" dirty="0"/>
              <a:t>“</a:t>
            </a:r>
            <a:r>
              <a:rPr lang="en-US" sz="3200" b="1" dirty="0" err="1"/>
              <a:t>Xây</a:t>
            </a:r>
            <a:r>
              <a:rPr lang="en-US" sz="3200" b="1" dirty="0"/>
              <a:t> </a:t>
            </a:r>
            <a:r>
              <a:rPr lang="en-US" sz="3200" b="1" dirty="0" err="1"/>
              <a:t>dựng</a:t>
            </a:r>
            <a:r>
              <a:rPr lang="en-US" sz="3200" b="1" dirty="0"/>
              <a:t> </a:t>
            </a:r>
            <a:r>
              <a:rPr lang="en-US" sz="3200" b="1" dirty="0" err="1"/>
              <a:t>hệ</a:t>
            </a:r>
            <a:r>
              <a:rPr lang="en-US" sz="3200" b="1" dirty="0"/>
              <a:t> </a:t>
            </a:r>
            <a:r>
              <a:rPr lang="en-US" sz="3200" b="1" dirty="0" err="1"/>
              <a:t>thống</a:t>
            </a:r>
            <a:r>
              <a:rPr lang="en-US" sz="3200" b="1" dirty="0"/>
              <a:t> </a:t>
            </a:r>
            <a:r>
              <a:rPr lang="en-US" sz="3200" b="1" dirty="0" err="1"/>
              <a:t>đặt</a:t>
            </a:r>
            <a:r>
              <a:rPr lang="en-US" sz="3200" b="1" dirty="0"/>
              <a:t> tour </a:t>
            </a:r>
            <a:r>
              <a:rPr lang="en-US" sz="3200" b="1" dirty="0" err="1"/>
              <a:t>và</a:t>
            </a:r>
            <a:r>
              <a:rPr lang="en-US" sz="3200" b="1" dirty="0"/>
              <a:t> </a:t>
            </a:r>
            <a:r>
              <a:rPr lang="en-US" sz="3200" b="1" dirty="0" err="1"/>
              <a:t>đánh</a:t>
            </a:r>
            <a:r>
              <a:rPr lang="en-US" sz="3200" b="1" dirty="0"/>
              <a:t> </a:t>
            </a:r>
            <a:r>
              <a:rPr lang="en-US" sz="3200" b="1" dirty="0" err="1"/>
              <a:t>giá</a:t>
            </a:r>
            <a:r>
              <a:rPr lang="en-US" sz="3200" b="1" dirty="0"/>
              <a:t> du </a:t>
            </a:r>
            <a:r>
              <a:rPr lang="en-US" sz="3200" b="1" dirty="0" err="1"/>
              <a:t>lịch</a:t>
            </a:r>
            <a:r>
              <a:rPr lang="en-US" sz="3200" b="1" dirty="0"/>
              <a:t> </a:t>
            </a:r>
            <a:r>
              <a:rPr lang="en-US" sz="3200" b="1" dirty="0" err="1"/>
              <a:t>minh</a:t>
            </a:r>
            <a:r>
              <a:rPr lang="en-US" sz="3200" b="1" dirty="0"/>
              <a:t> </a:t>
            </a:r>
            <a:r>
              <a:rPr lang="en-US" sz="3200" b="1" dirty="0" err="1"/>
              <a:t>bạch</a:t>
            </a:r>
            <a:r>
              <a:rPr lang="en-US" sz="3200" b="1" dirty="0"/>
              <a:t> </a:t>
            </a:r>
            <a:r>
              <a:rPr lang="en-US" sz="3200" b="1" dirty="0" err="1"/>
              <a:t>bằng</a:t>
            </a:r>
            <a:r>
              <a:rPr lang="en-US" sz="3200" b="1" dirty="0"/>
              <a:t> Blockchain”</a:t>
            </a:r>
            <a:r>
              <a:rPr lang="en-US" sz="3200" dirty="0"/>
              <a:t> </a:t>
            </a:r>
            <a:r>
              <a:rPr lang="en-US" sz="3200" dirty="0" err="1"/>
              <a:t>được</a:t>
            </a:r>
            <a:r>
              <a:rPr lang="en-US" sz="3200" dirty="0"/>
              <a:t> </a:t>
            </a:r>
            <a:r>
              <a:rPr lang="en-US" sz="3200" dirty="0" err="1"/>
              <a:t>thực</a:t>
            </a:r>
            <a:r>
              <a:rPr lang="en-US" sz="3200" dirty="0"/>
              <a:t> </a:t>
            </a:r>
            <a:r>
              <a:rPr lang="en-US" sz="3200" dirty="0" err="1"/>
              <a:t>hiện</a:t>
            </a:r>
            <a:r>
              <a:rPr lang="en-US" sz="3200" dirty="0"/>
              <a:t> </a:t>
            </a:r>
            <a:r>
              <a:rPr lang="en-US" sz="3200" dirty="0" err="1"/>
              <a:t>nhằm</a:t>
            </a:r>
            <a:r>
              <a:rPr lang="en-US" sz="3200" dirty="0"/>
              <a:t> </a:t>
            </a:r>
            <a:r>
              <a:rPr lang="en-US" sz="3200" dirty="0" err="1"/>
              <a:t>giải</a:t>
            </a:r>
            <a:r>
              <a:rPr lang="en-US" sz="3200" dirty="0"/>
              <a:t> </a:t>
            </a:r>
            <a:r>
              <a:rPr lang="en-US" sz="3200" dirty="0" err="1"/>
              <a:t>quyết</a:t>
            </a:r>
            <a:r>
              <a:rPr lang="en-US" sz="3200" dirty="0"/>
              <a:t> </a:t>
            </a:r>
            <a:r>
              <a:rPr lang="en-US" sz="3200" dirty="0" err="1"/>
              <a:t>vấn</a:t>
            </a:r>
            <a:r>
              <a:rPr lang="en-US" sz="3200" dirty="0"/>
              <a:t> </a:t>
            </a:r>
            <a:r>
              <a:rPr lang="en-US" sz="3200" dirty="0" err="1"/>
              <a:t>đề</a:t>
            </a:r>
            <a:r>
              <a:rPr lang="en-US" sz="3200" dirty="0"/>
              <a:t> </a:t>
            </a:r>
            <a:r>
              <a:rPr lang="en-US" sz="3200" dirty="0" err="1"/>
              <a:t>đánh</a:t>
            </a:r>
            <a:r>
              <a:rPr lang="en-US" sz="3200" dirty="0"/>
              <a:t> </a:t>
            </a:r>
            <a:r>
              <a:rPr lang="en-US" sz="3200" dirty="0" err="1"/>
              <a:t>giá</a:t>
            </a:r>
            <a:r>
              <a:rPr lang="en-US" sz="3200" dirty="0"/>
              <a:t> </a:t>
            </a:r>
            <a:r>
              <a:rPr lang="en-US" sz="3200" dirty="0" err="1"/>
              <a:t>giả</a:t>
            </a:r>
            <a:r>
              <a:rPr lang="en-US" sz="3200" dirty="0"/>
              <a:t> </a:t>
            </a:r>
            <a:r>
              <a:rPr lang="en-US" sz="3200" dirty="0" err="1"/>
              <a:t>mạo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thiếu</a:t>
            </a:r>
            <a:r>
              <a:rPr lang="en-US" sz="3200" dirty="0"/>
              <a:t> </a:t>
            </a:r>
            <a:r>
              <a:rPr lang="en-US" sz="3200" dirty="0" err="1"/>
              <a:t>minh</a:t>
            </a:r>
            <a:r>
              <a:rPr lang="en-US" sz="3200" dirty="0"/>
              <a:t> </a:t>
            </a:r>
            <a:r>
              <a:rPr lang="en-US" sz="3200" dirty="0" err="1"/>
              <a:t>bạch</a:t>
            </a:r>
            <a:r>
              <a:rPr lang="en-US" sz="3200" dirty="0"/>
              <a:t> </a:t>
            </a:r>
            <a:r>
              <a:rPr lang="en-US" sz="3200" dirty="0" err="1"/>
              <a:t>trên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nền</a:t>
            </a:r>
            <a:r>
              <a:rPr lang="en-US" sz="3200" dirty="0"/>
              <a:t> </a:t>
            </a:r>
            <a:r>
              <a:rPr lang="en-US" sz="3200" dirty="0" err="1"/>
              <a:t>tảng</a:t>
            </a:r>
            <a:r>
              <a:rPr lang="en-US" sz="3200" dirty="0"/>
              <a:t> du </a:t>
            </a:r>
            <a:r>
              <a:rPr lang="en-US" sz="3200" dirty="0" err="1"/>
              <a:t>lịch</a:t>
            </a:r>
            <a:r>
              <a:rPr lang="en-US" sz="3200" dirty="0"/>
              <a:t> </a:t>
            </a:r>
            <a:r>
              <a:rPr lang="en-US" sz="3200" dirty="0" err="1"/>
              <a:t>trực</a:t>
            </a:r>
            <a:r>
              <a:rPr lang="en-US" sz="3200" dirty="0"/>
              <a:t> </a:t>
            </a:r>
            <a:r>
              <a:rPr lang="en-US" sz="3200" dirty="0" err="1"/>
              <a:t>tuyến</a:t>
            </a:r>
            <a:r>
              <a:rPr lang="en-US" sz="3200" dirty="0"/>
              <a:t>. </a:t>
            </a:r>
            <a:r>
              <a:rPr lang="en-US" sz="3200" dirty="0" err="1"/>
              <a:t>Hệ</a:t>
            </a:r>
            <a:r>
              <a:rPr lang="en-US" sz="3200" dirty="0"/>
              <a:t> </a:t>
            </a:r>
            <a:r>
              <a:rPr lang="en-US" sz="3200" dirty="0" err="1"/>
              <a:t>thống</a:t>
            </a:r>
            <a:r>
              <a:rPr lang="en-US" sz="3200" dirty="0"/>
              <a:t> </a:t>
            </a:r>
            <a:r>
              <a:rPr lang="en-US" sz="3200" dirty="0" err="1"/>
              <a:t>ứng</a:t>
            </a:r>
            <a:r>
              <a:rPr lang="en-US" sz="3200" dirty="0"/>
              <a:t> </a:t>
            </a:r>
            <a:r>
              <a:rPr lang="en-US" sz="3200" dirty="0" err="1"/>
              <a:t>dụng</a:t>
            </a:r>
            <a:r>
              <a:rPr lang="en-US" sz="3200" dirty="0"/>
              <a:t> </a:t>
            </a:r>
            <a:r>
              <a:rPr lang="en-US" sz="3200" dirty="0" err="1"/>
              <a:t>công</a:t>
            </a:r>
            <a:r>
              <a:rPr lang="en-US" sz="3200" dirty="0"/>
              <a:t> </a:t>
            </a:r>
            <a:r>
              <a:rPr lang="en-US" sz="3200" dirty="0" err="1"/>
              <a:t>nghệ</a:t>
            </a:r>
            <a:r>
              <a:rPr lang="en-US" sz="3200" dirty="0"/>
              <a:t> Blockchain </a:t>
            </a:r>
            <a:r>
              <a:rPr lang="en-US" sz="3200" dirty="0" err="1"/>
              <a:t>để</a:t>
            </a:r>
            <a:r>
              <a:rPr lang="en-US" sz="3200" dirty="0"/>
              <a:t> </a:t>
            </a:r>
            <a:r>
              <a:rPr lang="en-US" sz="3200" dirty="0" err="1"/>
              <a:t>lưu</a:t>
            </a:r>
            <a:r>
              <a:rPr lang="en-US" sz="3200" dirty="0"/>
              <a:t> </a:t>
            </a:r>
            <a:r>
              <a:rPr lang="en-US" sz="3200" dirty="0" err="1"/>
              <a:t>trữ</a:t>
            </a:r>
            <a:r>
              <a:rPr lang="en-US" sz="3200" dirty="0"/>
              <a:t> </a:t>
            </a:r>
            <a:r>
              <a:rPr lang="en-US" sz="3200" dirty="0" err="1"/>
              <a:t>đánh</a:t>
            </a:r>
            <a:r>
              <a:rPr lang="en-US" sz="3200" dirty="0"/>
              <a:t> </a:t>
            </a:r>
            <a:r>
              <a:rPr lang="en-US" sz="3200" dirty="0" err="1"/>
              <a:t>giá</a:t>
            </a:r>
            <a:r>
              <a:rPr lang="en-US" sz="3200" dirty="0"/>
              <a:t> an </a:t>
            </a:r>
            <a:r>
              <a:rPr lang="en-US" sz="3200" dirty="0" err="1"/>
              <a:t>toàn</a:t>
            </a:r>
            <a:r>
              <a:rPr lang="en-US" sz="3200" dirty="0"/>
              <a:t>, </a:t>
            </a:r>
            <a:r>
              <a:rPr lang="en-US" sz="3200" dirty="0" err="1"/>
              <a:t>minh</a:t>
            </a:r>
            <a:r>
              <a:rPr lang="en-US" sz="3200" dirty="0"/>
              <a:t> </a:t>
            </a:r>
            <a:r>
              <a:rPr lang="en-US" sz="3200" dirty="0" err="1"/>
              <a:t>bạch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khó</a:t>
            </a:r>
            <a:r>
              <a:rPr lang="en-US" sz="3200" dirty="0"/>
              <a:t> </a:t>
            </a:r>
            <a:r>
              <a:rPr lang="en-US" sz="3200" dirty="0" err="1"/>
              <a:t>bị</a:t>
            </a:r>
            <a:r>
              <a:rPr lang="en-US" sz="3200" dirty="0"/>
              <a:t> </a:t>
            </a:r>
            <a:r>
              <a:rPr lang="en-US" sz="3200" dirty="0" err="1"/>
              <a:t>chỉnh</a:t>
            </a:r>
            <a:r>
              <a:rPr lang="en-US" sz="3200" dirty="0"/>
              <a:t> </a:t>
            </a:r>
            <a:r>
              <a:rPr lang="en-US" sz="3200" dirty="0" err="1"/>
              <a:t>sửa</a:t>
            </a:r>
            <a:r>
              <a:rPr lang="en-US" sz="3200" dirty="0"/>
              <a:t>, </a:t>
            </a:r>
            <a:r>
              <a:rPr lang="en-US" sz="3200" dirty="0" err="1"/>
              <a:t>góp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nâng</a:t>
            </a:r>
            <a:r>
              <a:rPr lang="en-US" sz="3200" dirty="0"/>
              <a:t> </a:t>
            </a:r>
            <a:r>
              <a:rPr lang="en-US" sz="3200" dirty="0" err="1"/>
              <a:t>cao</a:t>
            </a:r>
            <a:r>
              <a:rPr lang="en-US" sz="3200" dirty="0"/>
              <a:t> </a:t>
            </a:r>
            <a:r>
              <a:rPr lang="en-US" sz="3200" dirty="0" err="1"/>
              <a:t>độ</a:t>
            </a:r>
            <a:r>
              <a:rPr lang="en-US" sz="3200" dirty="0"/>
              <a:t> tin </a:t>
            </a:r>
            <a:r>
              <a:rPr lang="en-US" sz="3200" dirty="0" err="1"/>
              <a:t>cậy</a:t>
            </a:r>
            <a:r>
              <a:rPr lang="en-US" sz="3200" dirty="0"/>
              <a:t> </a:t>
            </a:r>
            <a:r>
              <a:rPr lang="en-US" sz="3200" dirty="0" err="1"/>
              <a:t>của</a:t>
            </a:r>
            <a:r>
              <a:rPr lang="en-US" sz="3200" dirty="0"/>
              <a:t> </a:t>
            </a:r>
            <a:r>
              <a:rPr lang="en-US" sz="3200" dirty="0" err="1"/>
              <a:t>thông</a:t>
            </a:r>
            <a:r>
              <a:rPr lang="en-US" sz="3200" dirty="0"/>
              <a:t> tin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trải</a:t>
            </a:r>
            <a:r>
              <a:rPr lang="en-US" sz="3200" dirty="0"/>
              <a:t> </a:t>
            </a:r>
            <a:r>
              <a:rPr lang="en-US" sz="3200" dirty="0" err="1"/>
              <a:t>nghiệm</a:t>
            </a:r>
            <a:r>
              <a:rPr lang="en-US" sz="3200" dirty="0"/>
              <a:t> </a:t>
            </a:r>
            <a:r>
              <a:rPr lang="en-US" sz="3200" dirty="0" err="1"/>
              <a:t>người</a:t>
            </a:r>
            <a:r>
              <a:rPr lang="en-US" sz="3200" dirty="0"/>
              <a:t> </a:t>
            </a:r>
            <a:r>
              <a:rPr lang="en-US" sz="3200" dirty="0" err="1"/>
              <a:t>dùng</a:t>
            </a:r>
            <a:r>
              <a:rPr lang="en-US" sz="3200" dirty="0"/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Rectangle 5"/>
          <p:cNvSpPr>
            <a:spLocks noChangeArrowheads="1"/>
          </p:cNvSpPr>
          <p:nvPr/>
        </p:nvSpPr>
        <p:spPr bwMode="auto">
          <a:xfrm>
            <a:off x="592701" y="43373336"/>
            <a:ext cx="21693666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23423880" y="6974840"/>
            <a:ext cx="4839335" cy="44011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7D845E-A939-D4F3-550E-938FF2C68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3952" y="13338189"/>
            <a:ext cx="7717888" cy="61044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9FF0BFF-5AE0-BD0A-056D-F8B8005B2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34297" y="13650065"/>
            <a:ext cx="7762272" cy="592572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17820F8-FB3E-CE5C-1248-46651D0B77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389" y="22173630"/>
            <a:ext cx="8704810" cy="485818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62CC383-65B2-72E5-BB29-C442B232B9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57" y="28018806"/>
            <a:ext cx="8704811" cy="489447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56CB50E-6FC0-FE25-5571-9A4D1E05A7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27475" y="22029278"/>
            <a:ext cx="7975915" cy="446618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CC3A74D-1CBF-C269-8664-49C56B0F0B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20654" y="27077741"/>
            <a:ext cx="7975915" cy="386119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62AEFF2-0E75-19A8-4609-85A2F213EE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58937" y="31733821"/>
            <a:ext cx="7738427" cy="408055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80B7DF61-F42C-D60D-4CAF-4CA79701D8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51669" y="36124869"/>
            <a:ext cx="7844900" cy="41329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56</TotalTime>
  <Words>334</Words>
  <Application>Microsoft Office PowerPoint</Application>
  <PresentationFormat>Custom</PresentationFormat>
  <Paragraphs>81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(Body)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1671020074 Lê Xuân Dương</cp:lastModifiedBy>
  <cp:revision>79</cp:revision>
  <dcterms:created xsi:type="dcterms:W3CDTF">2023-07-02T07:57:00Z</dcterms:created>
  <dcterms:modified xsi:type="dcterms:W3CDTF">2026-06-04T06:57:37Z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A6C0807EC96341AF899F31DEFEA4CCEC_13</vt:lpwstr>
  </property>
  <property fmtid="{D5CDD505-2E9C-101B-9397-08002B2CF9AE}" pid="3" name="KSOProductBuildVer">
    <vt:lpwstr>2057-12.2.0.20348</vt:lpwstr>
  </property>
</Properties>
</file>